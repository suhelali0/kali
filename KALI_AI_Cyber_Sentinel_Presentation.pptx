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KALI - The AI Cyber Sentinel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 AI-Powered Cybersecurity Assistant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 today's digital era, cyber threats are increasing rapidly. Hackers use phishing, malware, ransomware, and network attacks to compromise personal and organizational data.</a:t>
            </a:r>
          </a:p>
          <a:p/>
          <a:p>
            <a:r>
              <a:t>Existing tools are complex and often fail to provide adequate real-time protection for beginners or small organizations, labs, or even individuals.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/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KALI - The AI Cyber Sentinel is an intelligent cybersecurity assistant that uses AI and machine learning to detect and prevent real-time threats.</a:t>
            </a:r>
          </a:p>
          <a:p/>
          <a:p>
            <a:r>
              <a:t>This system alerts users to suspicious activities, phishing links, malware files, and unauthorized network access, while providing easy-to-follow guidance for beginners.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Real-Time Threat Detection: Detects suspicious files, links, and network activity.</a:t>
            </a:r>
          </a:p>
          <a:p>
            <a:r>
              <a:t>• AI-Powered Alerts: Uses machine learning for proactive alerts.</a:t>
            </a:r>
          </a:p>
          <a:p>
            <a:r>
              <a:t>• User-Friendly Dashboard: Simple interface for beginners.</a:t>
            </a:r>
          </a:p>
          <a:p>
            <a:r>
              <a:t>• Automated Reports: Generates system activity and threat logs.</a:t>
            </a:r>
          </a:p>
          <a:p>
            <a:r>
              <a:t>• Guided Security Tips: Provides step-by-step protection guidance.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/ 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KALI provides real-time cybersecurity for small businesses, students, and individuals.</a:t>
            </a:r>
          </a:p>
          <a:p/>
          <a:p>
            <a:r>
              <a:t>It enhances data security and network safety by providing proactive protection, quick alerts, and actionable insights.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